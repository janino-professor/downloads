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1" d="100"/>
          <a:sy n="31" d="100"/>
        </p:scale>
        <p:origin x="114" y="6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Personalizar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janino alves</dc:creator>
  <cp:lastModifiedBy>janino alves</cp:lastModifiedBy>
  <cp:revision>3</cp:revision>
  <dcterms:created xsi:type="dcterms:W3CDTF">2006-08-16T00:00:00Z</dcterms:created>
  <dcterms:modified xsi:type="dcterms:W3CDTF">2026-10-26T01:30:38Z</dcterms:modified>
</cp:coreProperties>
</file>